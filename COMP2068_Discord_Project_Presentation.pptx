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5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5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9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0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08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3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6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0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6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5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7302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45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6052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327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46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2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2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COMP2068 – Group Assignment</a:t>
            </a:r>
          </a:p>
          <a:p>
            <a:r>
              <a:t>Discord App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Project Built with Node.js &amp; Discord.js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Justin Logue</a:t>
            </a:r>
          </a:p>
          <a:p>
            <a:r>
              <a:t>- Mathew Saji Varkey</a:t>
            </a:r>
          </a:p>
          <a:p>
            <a:r>
              <a:t>- Nijin Sino</a:t>
            </a:r>
          </a:p>
          <a:p>
            <a:r>
              <a:t>- Abin Biju</a:t>
            </a:r>
          </a:p>
          <a:p>
            <a:r>
              <a:t>- Burak Alay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project is a Discord application built using Node.js</a:t>
            </a:r>
            <a:r>
              <a:rPr lang="en-CA" dirty="0"/>
              <a:t> for server-side logic</a:t>
            </a:r>
            <a:r>
              <a:rPr dirty="0"/>
              <a:t> and Discord.js</a:t>
            </a:r>
            <a:r>
              <a:rPr lang="en-CA" dirty="0"/>
              <a:t> for interacting with the Discord API</a:t>
            </a:r>
            <a:endParaRPr dirty="0"/>
          </a:p>
          <a:p>
            <a:r>
              <a:rPr dirty="0"/>
              <a:t>The bot responds to commands sent by users in a Discord server.</a:t>
            </a:r>
          </a:p>
          <a:p>
            <a:r>
              <a:rPr dirty="0"/>
              <a:t>The project demonstrates event-driven programming, API usage,</a:t>
            </a:r>
            <a:r>
              <a:rPr lang="en-CA" dirty="0"/>
              <a:t> </a:t>
            </a:r>
            <a:r>
              <a:rPr dirty="0"/>
              <a:t>and JavaScript package integration.</a:t>
            </a:r>
            <a:endParaRPr lang="en-CA" dirty="0"/>
          </a:p>
          <a:p>
            <a:r>
              <a:rPr lang="en-CA" dirty="0"/>
              <a:t>Custom bot activities and status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the Discord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Responds to user commands</a:t>
            </a:r>
          </a:p>
          <a:p>
            <a:r>
              <a:rPr dirty="0"/>
              <a:t>• Modular command files inside a 'commands' folder</a:t>
            </a:r>
          </a:p>
          <a:p>
            <a:r>
              <a:rPr dirty="0"/>
              <a:t>• Easily scalable command system</a:t>
            </a:r>
          </a:p>
          <a:p>
            <a:r>
              <a:rPr dirty="0"/>
              <a:t>• Connects to Discord API through Discord.js</a:t>
            </a:r>
          </a:p>
          <a:p>
            <a:r>
              <a:rPr dirty="0"/>
              <a:t>• Secure configuration to protect bot 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Node.js</a:t>
            </a:r>
          </a:p>
          <a:p>
            <a:r>
              <a:rPr dirty="0"/>
              <a:t>Discord.js</a:t>
            </a:r>
            <a:r>
              <a:rPr lang="en-CA" dirty="0"/>
              <a:t> is the main library for creating the bot</a:t>
            </a:r>
            <a:endParaRPr dirty="0"/>
          </a:p>
          <a:p>
            <a:r>
              <a:rPr dirty="0"/>
              <a:t>JavaScript (</a:t>
            </a:r>
            <a:r>
              <a:rPr dirty="0" err="1"/>
              <a:t>CommonJS</a:t>
            </a:r>
            <a:r>
              <a:rPr dirty="0"/>
              <a:t> modules)</a:t>
            </a:r>
          </a:p>
          <a:p>
            <a:r>
              <a:rPr dirty="0" err="1"/>
              <a:t>dotenv</a:t>
            </a:r>
            <a:r>
              <a:rPr dirty="0"/>
              <a:t> for environment variables</a:t>
            </a:r>
            <a:endParaRPr lang="en-CA" dirty="0"/>
          </a:p>
          <a:p>
            <a:r>
              <a:rPr lang="en-CA" dirty="0"/>
              <a:t>Slash Commands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the Bot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the repository</a:t>
            </a:r>
          </a:p>
          <a:p>
            <a:r>
              <a:t>2. Open the project folder in VS Code</a:t>
            </a:r>
          </a:p>
          <a:p>
            <a:r>
              <a:t>3. Install dependencies: npm install</a:t>
            </a:r>
          </a:p>
          <a:p>
            <a:r>
              <a:t>4. Create config.json with your bot token</a:t>
            </a:r>
          </a:p>
          <a:p>
            <a:r>
              <a:t>5. Start bot: node index.js</a:t>
            </a:r>
          </a:p>
          <a:p>
            <a:r>
              <a:t>6. Ensure bot is added to a test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Commands Available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!hello   → Sends a greeting</a:t>
            </a:r>
          </a:p>
          <a:p>
            <a:r>
              <a:rPr dirty="0"/>
              <a:t>!ping    → Shows latency information</a:t>
            </a:r>
            <a:endParaRPr lang="en-CA" dirty="0"/>
          </a:p>
          <a:p>
            <a:r>
              <a:rPr lang="en-CA" dirty="0"/>
              <a:t>Connects to discord server using a bot tokens</a:t>
            </a:r>
          </a:p>
          <a:p>
            <a:r>
              <a:rPr lang="en-CA" dirty="0"/>
              <a:t>The bot listen for the commands (</a:t>
            </a:r>
            <a:r>
              <a:rPr lang="en-CA" dirty="0" err="1"/>
              <a:t>eg</a:t>
            </a:r>
            <a:r>
              <a:rPr lang="en-CA" dirty="0"/>
              <a:t>, /hello, /ping)</a:t>
            </a:r>
          </a:p>
          <a:p>
            <a:r>
              <a:rPr lang="en-CA" dirty="0"/>
              <a:t>It uses a command handler system for modular design and loads the commands dynamically from a folder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index.js – Main bot logic</a:t>
            </a:r>
            <a:r>
              <a:rPr lang="en-CA" dirty="0"/>
              <a:t>, it contains environment variables  </a:t>
            </a:r>
            <a:r>
              <a:rPr dirty="0" err="1"/>
              <a:t>package.json</a:t>
            </a:r>
            <a:r>
              <a:rPr dirty="0"/>
              <a:t> – Dependencies &amp; metadata</a:t>
            </a:r>
          </a:p>
          <a:p>
            <a:r>
              <a:rPr dirty="0"/>
              <a:t>commands/ – Folder of modular command files</a:t>
            </a:r>
          </a:p>
          <a:p>
            <a:r>
              <a:rPr dirty="0" err="1"/>
              <a:t>config.json.example</a:t>
            </a:r>
            <a:r>
              <a:rPr dirty="0"/>
              <a:t> – Token template</a:t>
            </a:r>
          </a:p>
          <a:p>
            <a:r>
              <a:rPr dirty="0"/>
              <a:t>package-</a:t>
            </a:r>
            <a:r>
              <a:rPr dirty="0" err="1"/>
              <a:t>lock.json</a:t>
            </a:r>
            <a:r>
              <a:rPr dirty="0"/>
              <a:t> – Dependency mapping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real bot token is NOT included in the repository</a:t>
            </a:r>
          </a:p>
          <a:p>
            <a:r>
              <a:t>• config.json.example is provided for demonstration</a:t>
            </a:r>
          </a:p>
          <a:p>
            <a:r>
              <a:t>• Uploading the token publicly would compromise the bot</a:t>
            </a:r>
          </a:p>
          <a:p>
            <a:r>
              <a:t>• Always store tokens in private or environment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Member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Justin Logue — Base setup, repo management</a:t>
            </a:r>
          </a:p>
          <a:p>
            <a:r>
              <a:t>• Mathew Saji Varkey — Documentation &amp; structure</a:t>
            </a:r>
          </a:p>
          <a:p>
            <a:r>
              <a:t>• Nijin Sino — Command creation &amp; testing</a:t>
            </a:r>
          </a:p>
          <a:p>
            <a:r>
              <a:t>• Abin Biju — Debugging &amp; server testing</a:t>
            </a:r>
          </a:p>
          <a:p>
            <a:r>
              <a:t>• Burak Alay — Interaction testing &amp;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more interactive commands</a:t>
            </a:r>
          </a:p>
          <a:p>
            <a:r>
              <a:t>• Add global slash commands</a:t>
            </a:r>
          </a:p>
          <a:p>
            <a:r>
              <a:t>• Host bot on cloud (e.g., Render)</a:t>
            </a:r>
          </a:p>
          <a:p>
            <a:r>
              <a:t>• Create a web dashboard for bot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Discord Bot project demonstrates teamwork, API interaction,</a:t>
            </a:r>
          </a:p>
          <a:p>
            <a:r>
              <a:t>and modern JavaScript development techniques.</a:t>
            </a:r>
          </a:p>
          <a:p>
            <a:endParaRPr/>
          </a:p>
          <a:p>
            <a:r>
              <a:t>The modular command design and secure configuration make it</a:t>
            </a:r>
          </a:p>
          <a:p>
            <a:r>
              <a:t>a scalable and practical foundation for future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469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COMP2068 – Group Assignment Discord App Project</vt:lpstr>
      <vt:lpstr>Group Members</vt:lpstr>
      <vt:lpstr>Project Description</vt:lpstr>
      <vt:lpstr>Key Features of the Discord Bot</vt:lpstr>
      <vt:lpstr>Technologies Used</vt:lpstr>
      <vt:lpstr>How to Run the Bot (Step-by-Step)</vt:lpstr>
      <vt:lpstr>Commands Available</vt:lpstr>
      <vt:lpstr>Project Files</vt:lpstr>
      <vt:lpstr>Security Notes</vt:lpstr>
      <vt:lpstr>Group Member Contributions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nijin sino</dc:creator>
  <cp:keywords/>
  <dc:description>generated using python-pptx</dc:description>
  <cp:lastModifiedBy>nijin sino</cp:lastModifiedBy>
  <cp:revision>3</cp:revision>
  <dcterms:created xsi:type="dcterms:W3CDTF">2013-01-27T09:14:16Z</dcterms:created>
  <dcterms:modified xsi:type="dcterms:W3CDTF">2025-11-27T00:01:08Z</dcterms:modified>
  <cp:category/>
</cp:coreProperties>
</file>